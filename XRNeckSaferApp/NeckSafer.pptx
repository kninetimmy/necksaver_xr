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5" autoAdjust="0"/>
    <p:restoredTop sz="94660"/>
  </p:normalViewPr>
  <p:slideViewPr>
    <p:cSldViewPr snapToGrid="0">
      <p:cViewPr>
        <p:scale>
          <a:sx n="200" d="100"/>
          <a:sy n="20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987AD-E761-4579-9ED7-96AE887A8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585C56-A23D-4E89-9020-090578AFA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64BD82-5EAF-4F77-8A79-D64FB080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0AF3D3-A03F-4876-BE73-2A2BA682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878161-2052-4845-B5EA-64C50DD02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36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30CA6E-468E-450F-9B18-976C62DB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B6B74-C44B-438D-BC1E-13A2EA32C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96A88A-9CA1-4C29-82E0-05F7A01BA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2CBCAA-6BB3-428A-B9EA-648BD9AD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01B514-B5D6-4D6B-9F46-EC000692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11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932DF-09D0-4670-90B1-4F800E58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CBD2C9-6C02-450F-8B68-0A069FCA3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51BCA2-95FA-4964-9426-4FC977C7B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9399E7-36B7-4BA7-8780-93DC1920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2323F1-DAFD-4815-981D-098DB710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893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494837-66FD-4A59-93FC-308EB0993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63D82-E606-4CBA-9B44-52D7B9A69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79B602-6B74-4F82-B1FF-EFDE40C1B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FCE843-A0F3-4044-B441-7BFDCB64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2A4B1C-B28A-4B56-99E4-C549D52B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D730C5-60D4-45CC-AC7B-756B7E8A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229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4A1C6-F679-4DC8-8D9D-6715FCFE9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B0B3BA-B564-4479-AE38-2F06AEC6F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A27B83-52AB-4867-BC38-6270194D0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47C0343-6E8B-4638-9968-4CC056F0C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6E5D7F-9F3A-4DCA-9FEC-1BAF2668F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68241F7-C5E6-4FFB-A8CD-F5246513C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3009969-2E0A-48F4-9D1A-17DDB106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17702A5-5316-4033-8F5B-FB0D55F6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65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EF0BF-3C64-44A7-BDFF-F8931FAC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BC8004-0DC1-4040-9F5F-50F91FC6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3A6FDA-4C38-443C-A1A6-989C79D2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9FD6C2-F8F1-4743-B7F0-934E3BDE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084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4B84E06-8D4C-447F-8A2F-ECD8616C5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F70C2F-C163-4E15-8272-BD826B25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6ABC46-CE09-43A7-A87E-EDA585E9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82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E8F0EC-EF10-4487-AD72-F3AA5DEB4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6410C7-5AFC-489E-AE48-A70E3B2E6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38EB02-EAB3-4A4E-A4F0-506129118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82CD1E-8CDE-4E9A-822F-05B59357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CEA339-4D84-490B-9727-47C6E3F5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459CC6-A101-4FBB-A4F4-3FAED97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51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47C514-016C-41F7-A181-D426E48C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C39CCB9-5FC7-4F28-BA10-9F1DA4562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187936-FFDB-4880-8129-9B622A1F5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17C20E-CEEA-4EF8-91F9-14158272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64619D-4289-4D04-9DEF-A6DDC779A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6A20CD-E303-4084-B390-1A27D0A60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37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95AB38-D87D-400A-8C2E-E70A3057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5426EB-9642-4814-B803-CC5A448CD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3C2A3A-5950-4B9A-9CC9-852897FA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53F428-819F-4765-A282-F2C870E4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4A9FC7-4015-46FF-850A-7B2CA770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90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3D65C24-5A7E-4D64-875F-0093A88B1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D649E76-1C08-4AA6-8B89-4C04797B0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7134E7-7770-4317-89B1-3614A7693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79B5D4-EC8C-4A83-B3EA-D9B29ADD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47EADB-6ACA-4E29-8213-6B7B5E20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64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EF4DC7A-3A02-488C-9DF8-2C2E1EE5D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1E5DA5-CEBB-4A6E-B613-F504CEF11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0D088D-A82F-4ED9-AB10-A243025DD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D132D-6716-4F3E-AB61-0EB02F2EF2D2}" type="datetimeFigureOut">
              <a:rPr lang="de-DE" smtClean="0"/>
              <a:t>16.01.2021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3784C8-0F48-4FED-8121-DDC21DA16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8B8A60-2ABE-4026-A824-B926378BE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73FEC-5CA5-40EC-945C-7F2BCBAE0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982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6CF96EC-6945-420A-A126-5CECF9D1DDAD}"/>
              </a:ext>
            </a:extLst>
          </p:cNvPr>
          <p:cNvGrpSpPr/>
          <p:nvPr/>
        </p:nvGrpSpPr>
        <p:grpSpPr>
          <a:xfrm rot="19622978">
            <a:off x="3676879" y="1274737"/>
            <a:ext cx="1847088" cy="1917915"/>
            <a:chOff x="1289304" y="1511085"/>
            <a:chExt cx="1847088" cy="1917915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46BE5FA0-2466-417F-B1E4-2EB4A5AD5A62}"/>
                </a:ext>
              </a:extLst>
            </p:cNvPr>
            <p:cNvCxnSpPr/>
            <p:nvPr/>
          </p:nvCxnSpPr>
          <p:spPr>
            <a:xfrm>
              <a:off x="1289304" y="2980944"/>
              <a:ext cx="18470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44F0D7AD-2584-402F-AA7A-9199F8D6D041}"/>
                </a:ext>
              </a:extLst>
            </p:cNvPr>
            <p:cNvCxnSpPr/>
            <p:nvPr/>
          </p:nvCxnSpPr>
          <p:spPr>
            <a:xfrm flipV="1">
              <a:off x="1627322" y="1511085"/>
              <a:ext cx="0" cy="1917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856D02C-10EE-400A-9C33-D1B2A00F8A73}"/>
                </a:ext>
              </a:extLst>
            </p:cNvPr>
            <p:cNvSpPr/>
            <p:nvPr/>
          </p:nvSpPr>
          <p:spPr>
            <a:xfrm>
              <a:off x="1759058" y="2735468"/>
              <a:ext cx="100739" cy="1007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Pfeil: nach unten 8">
              <a:extLst>
                <a:ext uri="{FF2B5EF4-FFF2-40B4-BE49-F238E27FC236}">
                  <a16:creationId xmlns:a16="http://schemas.microsoft.com/office/drawing/2014/main" id="{853063FE-D3E2-4930-969E-D0AAF808E0B1}"/>
                </a:ext>
              </a:extLst>
            </p:cNvPr>
            <p:cNvSpPr/>
            <p:nvPr/>
          </p:nvSpPr>
          <p:spPr>
            <a:xfrm rot="12534086">
              <a:off x="2043052" y="2360544"/>
              <a:ext cx="89669" cy="3446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EB39D1DE-C178-47C8-85DE-44674653DD0C}"/>
                </a:ext>
              </a:extLst>
            </p:cNvPr>
            <p:cNvCxnSpPr>
              <a:endCxn id="9" idx="0"/>
            </p:cNvCxnSpPr>
            <p:nvPr/>
          </p:nvCxnSpPr>
          <p:spPr>
            <a:xfrm flipV="1">
              <a:off x="1809427" y="2683767"/>
              <a:ext cx="195164" cy="1020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CCD8F01-F074-4F01-9607-0CF3C0CF1D5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2004591" y="1809751"/>
              <a:ext cx="0" cy="87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8762DEFD-98AC-451C-9117-4F3FCDEFEB82}"/>
                </a:ext>
              </a:extLst>
            </p:cNvPr>
            <p:cNvCxnSpPr>
              <a:stCxn id="9" idx="0"/>
            </p:cNvCxnSpPr>
            <p:nvPr/>
          </p:nvCxnSpPr>
          <p:spPr>
            <a:xfrm>
              <a:off x="2004591" y="2683767"/>
              <a:ext cx="60525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9466C893-D82A-43F7-825D-9F1A9B916F4E}"/>
                </a:ext>
              </a:extLst>
            </p:cNvPr>
            <p:cNvSpPr/>
            <p:nvPr/>
          </p:nvSpPr>
          <p:spPr>
            <a:xfrm>
              <a:off x="1775992" y="2436648"/>
              <a:ext cx="457195" cy="492815"/>
            </a:xfrm>
            <a:prstGeom prst="arc">
              <a:avLst>
                <a:gd name="adj1" fmla="val 16200000"/>
                <a:gd name="adj2" fmla="val 1764517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1" name="Ellipse 20">
            <a:extLst>
              <a:ext uri="{FF2B5EF4-FFF2-40B4-BE49-F238E27FC236}">
                <a16:creationId xmlns:a16="http://schemas.microsoft.com/office/drawing/2014/main" id="{C0142A71-BB5D-4EE6-8050-2665DB894DF9}"/>
              </a:ext>
            </a:extLst>
          </p:cNvPr>
          <p:cNvSpPr/>
          <p:nvPr/>
        </p:nvSpPr>
        <p:spPr>
          <a:xfrm>
            <a:off x="4507021" y="2735468"/>
            <a:ext cx="100739" cy="1007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Pfeil: nach unten 21">
            <a:extLst>
              <a:ext uri="{FF2B5EF4-FFF2-40B4-BE49-F238E27FC236}">
                <a16:creationId xmlns:a16="http://schemas.microsoft.com/office/drawing/2014/main" id="{D8C4CEAF-B7B0-466D-8139-ED36ED861ACB}"/>
              </a:ext>
            </a:extLst>
          </p:cNvPr>
          <p:cNvSpPr/>
          <p:nvPr/>
        </p:nvSpPr>
        <p:spPr>
          <a:xfrm rot="12534086">
            <a:off x="4791015" y="2360544"/>
            <a:ext cx="89669" cy="3446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3AA4755F-7F4D-49F1-9979-295F7FAF261E}"/>
              </a:ext>
            </a:extLst>
          </p:cNvPr>
          <p:cNvCxnSpPr>
            <a:endCxn id="22" idx="0"/>
          </p:cNvCxnSpPr>
          <p:nvPr/>
        </p:nvCxnSpPr>
        <p:spPr>
          <a:xfrm flipV="1">
            <a:off x="4557390" y="2683767"/>
            <a:ext cx="195164" cy="10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32D779B-2A2A-4804-B20F-A73996F4E687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752554" y="1809751"/>
            <a:ext cx="0" cy="87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56E3A8AE-C87A-47C7-B501-089740783AF9}"/>
              </a:ext>
            </a:extLst>
          </p:cNvPr>
          <p:cNvCxnSpPr>
            <a:stCxn id="22" idx="0"/>
          </p:cNvCxnSpPr>
          <p:nvPr/>
        </p:nvCxnSpPr>
        <p:spPr>
          <a:xfrm>
            <a:off x="4752554" y="2683767"/>
            <a:ext cx="605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ogen 25">
            <a:extLst>
              <a:ext uri="{FF2B5EF4-FFF2-40B4-BE49-F238E27FC236}">
                <a16:creationId xmlns:a16="http://schemas.microsoft.com/office/drawing/2014/main" id="{6457C89E-6EF6-4061-9A6D-E1C24883BCFA}"/>
              </a:ext>
            </a:extLst>
          </p:cNvPr>
          <p:cNvSpPr/>
          <p:nvPr/>
        </p:nvSpPr>
        <p:spPr>
          <a:xfrm>
            <a:off x="4523955" y="2436648"/>
            <a:ext cx="457195" cy="492815"/>
          </a:xfrm>
          <a:prstGeom prst="arc">
            <a:avLst>
              <a:gd name="adj1" fmla="val 16200000"/>
              <a:gd name="adj2" fmla="val 1764517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B33EC09-A810-478B-9F11-07EA6EE05A7A}"/>
              </a:ext>
            </a:extLst>
          </p:cNvPr>
          <p:cNvCxnSpPr/>
          <p:nvPr/>
        </p:nvCxnSpPr>
        <p:spPr>
          <a:xfrm>
            <a:off x="896974" y="3065583"/>
            <a:ext cx="1847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0C705C3-4C6A-42DF-99F0-12AD65C53EC4}"/>
              </a:ext>
            </a:extLst>
          </p:cNvPr>
          <p:cNvCxnSpPr/>
          <p:nvPr/>
        </p:nvCxnSpPr>
        <p:spPr>
          <a:xfrm flipV="1">
            <a:off x="1234992" y="1595724"/>
            <a:ext cx="0" cy="1917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 31">
            <a:extLst>
              <a:ext uri="{FF2B5EF4-FFF2-40B4-BE49-F238E27FC236}">
                <a16:creationId xmlns:a16="http://schemas.microsoft.com/office/drawing/2014/main" id="{DB30D390-0FFD-46B8-8B2F-AA698469410C}"/>
              </a:ext>
            </a:extLst>
          </p:cNvPr>
          <p:cNvSpPr/>
          <p:nvPr/>
        </p:nvSpPr>
        <p:spPr>
          <a:xfrm>
            <a:off x="1366728" y="2820107"/>
            <a:ext cx="100739" cy="1007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Pfeil: nach unten 32">
            <a:extLst>
              <a:ext uri="{FF2B5EF4-FFF2-40B4-BE49-F238E27FC236}">
                <a16:creationId xmlns:a16="http://schemas.microsoft.com/office/drawing/2014/main" id="{ACDAA1BC-A064-4F6C-8968-BECB8222B614}"/>
              </a:ext>
            </a:extLst>
          </p:cNvPr>
          <p:cNvSpPr/>
          <p:nvPr/>
        </p:nvSpPr>
        <p:spPr>
          <a:xfrm rot="12534086">
            <a:off x="1650722" y="2445183"/>
            <a:ext cx="89669" cy="3446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F0A07F4E-2CDE-4868-8C79-4AF0600ABAB6}"/>
              </a:ext>
            </a:extLst>
          </p:cNvPr>
          <p:cNvCxnSpPr>
            <a:endCxn id="33" idx="0"/>
          </p:cNvCxnSpPr>
          <p:nvPr/>
        </p:nvCxnSpPr>
        <p:spPr>
          <a:xfrm flipV="1">
            <a:off x="1417097" y="2768406"/>
            <a:ext cx="195164" cy="10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D0ECBE1E-807A-474B-85BE-36895826EAFA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612261" y="1894390"/>
            <a:ext cx="0" cy="87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B9A70768-BD08-4CB8-A86A-E32143DFAF1A}"/>
              </a:ext>
            </a:extLst>
          </p:cNvPr>
          <p:cNvCxnSpPr>
            <a:stCxn id="33" idx="0"/>
          </p:cNvCxnSpPr>
          <p:nvPr/>
        </p:nvCxnSpPr>
        <p:spPr>
          <a:xfrm>
            <a:off x="1612261" y="2768406"/>
            <a:ext cx="605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ogen 36">
            <a:extLst>
              <a:ext uri="{FF2B5EF4-FFF2-40B4-BE49-F238E27FC236}">
                <a16:creationId xmlns:a16="http://schemas.microsoft.com/office/drawing/2014/main" id="{D25E7992-11E5-4013-A563-BD484D9BAFBD}"/>
              </a:ext>
            </a:extLst>
          </p:cNvPr>
          <p:cNvSpPr/>
          <p:nvPr/>
        </p:nvSpPr>
        <p:spPr>
          <a:xfrm>
            <a:off x="1383662" y="2521287"/>
            <a:ext cx="457195" cy="492815"/>
          </a:xfrm>
          <a:prstGeom prst="arc">
            <a:avLst>
              <a:gd name="adj1" fmla="val 16200000"/>
              <a:gd name="adj2" fmla="val 1764517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E8D1B730-3706-47A9-A21C-DA4585F09A50}"/>
              </a:ext>
            </a:extLst>
          </p:cNvPr>
          <p:cNvSpPr txBox="1"/>
          <p:nvPr/>
        </p:nvSpPr>
        <p:spPr>
          <a:xfrm>
            <a:off x="1074019" y="2436648"/>
            <a:ext cx="58541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00"/>
              <a:t>HMDYawOffset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6F70455C-88D6-4E9B-BB5C-468AC1247446}"/>
              </a:ext>
            </a:extLst>
          </p:cNvPr>
          <p:cNvCxnSpPr>
            <a:endCxn id="9" idx="0"/>
          </p:cNvCxnSpPr>
          <p:nvPr/>
        </p:nvCxnSpPr>
        <p:spPr>
          <a:xfrm flipV="1">
            <a:off x="4378142" y="2526313"/>
            <a:ext cx="163771" cy="487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C7AD3072-93C8-4E1E-B5A2-98BF2205486D}"/>
              </a:ext>
            </a:extLst>
          </p:cNvPr>
          <p:cNvCxnSpPr>
            <a:endCxn id="22" idx="0"/>
          </p:cNvCxnSpPr>
          <p:nvPr/>
        </p:nvCxnSpPr>
        <p:spPr>
          <a:xfrm flipV="1">
            <a:off x="4378142" y="2683767"/>
            <a:ext cx="374412" cy="292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C557E281-C69B-467A-852B-8CF0678E8F57}"/>
              </a:ext>
            </a:extLst>
          </p:cNvPr>
          <p:cNvCxnSpPr>
            <a:stCxn id="22" idx="0"/>
            <a:endCxn id="9" idx="0"/>
          </p:cNvCxnSpPr>
          <p:nvPr/>
        </p:nvCxnSpPr>
        <p:spPr>
          <a:xfrm flipH="1" flipV="1">
            <a:off x="4541913" y="2526313"/>
            <a:ext cx="210641" cy="15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044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Norbert Siepenkötter</dc:creator>
  <cp:lastModifiedBy>Norbert Siepenkötter</cp:lastModifiedBy>
  <cp:revision>3</cp:revision>
  <dcterms:created xsi:type="dcterms:W3CDTF">2021-01-16T13:58:43Z</dcterms:created>
  <dcterms:modified xsi:type="dcterms:W3CDTF">2021-01-16T15:09:51Z</dcterms:modified>
</cp:coreProperties>
</file>